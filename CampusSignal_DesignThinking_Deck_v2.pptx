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D8DAFF"/>
                </a:solidFill>
                <a:latin typeface="Segoe UI"/>
              </a:rPr>
              <a:t>DESIGN THINKING PROJECT   ·   GROUP 4   ·   ECE DEPARTMENT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6825" y="1238250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62775" y="1238250"/>
            <a:ext cx="15240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5" y="1447800"/>
            <a:ext cx="1123950" cy="1123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2781300"/>
            <a:ext cx="1219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Segoe UI"/>
              </a:rPr>
              <a:t>Campus</a:t>
            </a:r>
            <a:r>
              <a:rPr sz="6200" b="1">
                <a:solidFill>
                  <a:srgbClr val="F2A93B"/>
                </a:solidFill>
                <a:latin typeface="Segoe UI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848099"/>
            <a:ext cx="1219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D8DAFF"/>
                </a:solidFill>
                <a:latin typeface="Segoe UI"/>
              </a:rPr>
              <a:t>“Signal, not noise.”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4343400"/>
            <a:ext cx="78104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50" b="0">
                <a:solidFill>
                  <a:srgbClr val="B9BCE8"/>
                </a:solidFill>
                <a:latin typeface="Segoe UI"/>
              </a:rPr>
              <a:t>Every hackathon, workshop, fest, internship and club meet at St. Xavier’s University — gathered into one calm, personal feed for every student.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475" y="5391150"/>
            <a:ext cx="2381250" cy="4000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D8DAFF"/>
                </a:solidFill>
                <a:latin typeface="Segoe UI"/>
              </a:rPr>
              <a:t>BUILT FOR 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075" y="5391150"/>
            <a:ext cx="2381250" cy="4000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D8DAFF"/>
                </a:solidFill>
                <a:latin typeface="Segoe UI"/>
              </a:rPr>
              <a:t>AI READS POSTERS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2675" y="5391150"/>
            <a:ext cx="2381250" cy="4000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D8DAFF"/>
                </a:solidFill>
                <a:latin typeface="Segoe UI"/>
              </a:rPr>
              <a:t>REMINDERS &amp; CALENDAR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77275" y="5391150"/>
            <a:ext cx="2381250" cy="4000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D8DAFF"/>
                </a:solidFill>
                <a:latin typeface="Segoe UI"/>
              </a:rPr>
              <a:t>A REAL WORKING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00800"/>
            <a:ext cx="12192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A4FA0"/>
                </a:solidFill>
                <a:latin typeface="Segoe UI"/>
              </a:rPr>
              <a:t>● ● ● ● 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>
                <a:solidFill>
                  <a:srgbClr val="1B1B23"/>
                </a:solidFill>
                <a:latin typeface="Segoe UI"/>
              </a:rPr>
              <a:t>Great opportunities are getting lost in the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00200"/>
            <a:ext cx="109728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4A4A5C"/>
                </a:solidFill>
                <a:latin typeface="Segoe UI"/>
              </a:rPr>
              <a:t>On campus, event information lives everywhere — and nowhere. Students miss hackathons, workshops and internships not because they don’t care, but because the details never reach them in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85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850" y="270129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3143250"/>
            <a:ext cx="171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WhatsApp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486150"/>
            <a:ext cx="17145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Announcements scroll away in minutes and get buried under hundreds of chats.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15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9560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5600" y="270129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600" y="3143250"/>
            <a:ext cx="171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Paper posters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600" y="3486150"/>
            <a:ext cx="17145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Pinned on boards and doors — easy to miss, and details are often unclear.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490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8635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86350" y="270129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6350" y="3143250"/>
            <a:ext cx="171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Email notices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6350" y="3486150"/>
            <a:ext cx="17145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Flooded inboxes mean important circulars go unread or unopened.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565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7710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77100" y="270129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7100" y="3143250"/>
            <a:ext cx="171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Word of mouth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7100" y="3486150"/>
            <a:ext cx="17145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Some students hear about events; many never do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6400" y="2400300"/>
            <a:ext cx="2057400" cy="203834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67850" y="26098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67850" y="270129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7850" y="3143250"/>
            <a:ext cx="171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B1B23"/>
                </a:solidFill>
                <a:latin typeface="Segoe UI"/>
              </a:rPr>
              <a:t>Missed deadlines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7850" y="3486150"/>
            <a:ext cx="17145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A4A5C"/>
                </a:solidFill>
                <a:latin typeface="Segoe UI"/>
              </a:rPr>
              <a:t>Registration often closes before students even know the event exists.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3400" y="4667250"/>
            <a:ext cx="10972800" cy="876300"/>
          </a:xfrm>
          <a:prstGeom prst="roundRect">
            <a:avLst>
              <a:gd name="adj" fmla="val 16000"/>
            </a:avLst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8200" y="5029200"/>
            <a:ext cx="133350" cy="13335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62050" y="4819650"/>
            <a:ext cx="10096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FFFFFF"/>
                </a:solidFill>
                <a:latin typeface="Segoe UI"/>
              </a:rPr>
              <a:t>Students don’t miss events because they are lazy — </a:t>
            </a:r>
            <a:r>
              <a:rPr sz="1450" b="1">
                <a:solidFill>
                  <a:srgbClr val="F2A93B"/>
                </a:solidFill>
                <a:latin typeface="Segoe UI"/>
              </a:rPr>
              <a:t>they miss them because the information is scattered.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>
                <a:solidFill>
                  <a:srgbClr val="1B1B23"/>
                </a:solidFill>
                <a:latin typeface="Segoe UI"/>
              </a:rPr>
              <a:t>One calm, personal feed for everything happening on campus.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95450"/>
            <a:ext cx="5905500" cy="876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2950" y="194310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203454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1809750"/>
            <a:ext cx="49720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It gathers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2076450"/>
            <a:ext cx="49720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Hackathons, workshops, internships, fests, club meets and seminars — collected in one trusted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2705100"/>
            <a:ext cx="5905500" cy="876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2950" y="2952750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950" y="304419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819400"/>
            <a:ext cx="49720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It listens to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086100"/>
            <a:ext cx="49720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Your department, year and interests shape your personal feed, so the most relevant events surface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3714750"/>
            <a:ext cx="5905500" cy="876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2950" y="3962399"/>
            <a:ext cx="381000" cy="38100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2950" y="405384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3829050"/>
            <a:ext cx="49720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It catches what you’d miss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095750"/>
            <a:ext cx="49720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Deadline reminders, eligibility details and one-tap apply links keep you on top of every opportunity.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5300" y="1619250"/>
            <a:ext cx="3143250" cy="3543300"/>
          </a:xfrm>
          <a:prstGeom prst="roundRect">
            <a:avLst>
              <a:gd name="adj" fmla="val 12000"/>
            </a:avLst>
          </a:prstGeom>
          <a:solidFill>
            <a:srgbClr val="13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15300" y="1619250"/>
            <a:ext cx="3143250" cy="952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20100" y="1885950"/>
            <a:ext cx="438150" cy="438150"/>
          </a:xfrm>
          <a:prstGeom prst="roundRect">
            <a:avLst>
              <a:gd name="adj" fmla="val 24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72550" y="2000250"/>
            <a:ext cx="200025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CampusSignal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01050" y="2476500"/>
            <a:ext cx="742950" cy="247649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12700">
            <a:solidFill>
              <a:srgbClr val="3A3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422A00"/>
                </a:solidFill>
                <a:latin typeface="Segoe UI"/>
              </a:rPr>
              <a:t>For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0200" y="2476500"/>
            <a:ext cx="914400" cy="247649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3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Hackathons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10800" y="2476500"/>
            <a:ext cx="914400" cy="247649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3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Workshops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1999" y="2876550"/>
            <a:ext cx="2590800" cy="533400"/>
          </a:xfrm>
          <a:prstGeom prst="roundRect">
            <a:avLst>
              <a:gd name="adj" fmla="val 16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bIns="73152" rtlCol="0" anchor="t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Hackathon · CSE &amp; all branches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B9BCE8"/>
                </a:solidFill>
                <a:latin typeface="Segoe UI"/>
              </a:rPr>
              <a:t>Deadline in 3 days · Registration open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81999" y="3524250"/>
            <a:ext cx="2590800" cy="5334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bIns="73152" rtlCol="0" anchor="t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Design Workshop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B9BCE8"/>
                </a:solidFill>
                <a:latin typeface="Segoe UI"/>
              </a:rPr>
              <a:t>Tomorrow · Room 204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81999" y="4171950"/>
            <a:ext cx="2590800" cy="5334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09728" bIns="73152" rtlCol="0" anchor="t"/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Internship Drive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B9BCE8"/>
                </a:solidFill>
                <a:latin typeface="Segoe UI"/>
              </a:rPr>
              <a:t>Apply by Friday · Online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400" y="5676900"/>
            <a:ext cx="10972800" cy="495299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6E7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3400" y="5676900"/>
            <a:ext cx="10972800" cy="4952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353ABD"/>
                </a:solidFill>
                <a:latin typeface="Segoe UI"/>
              </a:rPr>
              <a:t>What used to need five apps, three notice boards and a prayer — now fits in one feed.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HOW A STUDENT USES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B1B23"/>
                </a:solidFill>
                <a:latin typeface="Segoe UI"/>
              </a:rPr>
              <a:t>From one tap to the application — in four easy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95450"/>
            <a:ext cx="2600325" cy="3143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3900" y="1905000"/>
            <a:ext cx="2219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A93B"/>
                </a:solidFill>
                <a:latin typeface="Segoe UI"/>
              </a:rPr>
              <a:t>STEP 1</a:t>
            </a:r>
          </a:p>
        </p:txBody>
      </p:sp>
      <p:sp>
        <p:nvSpPr>
          <p:cNvPr id="8" name="Oval 7"/>
          <p:cNvSpPr/>
          <p:nvPr/>
        </p:nvSpPr>
        <p:spPr>
          <a:xfrm>
            <a:off x="723900" y="2209800"/>
            <a:ext cx="495299" cy="495299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2328672"/>
            <a:ext cx="495299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895600"/>
            <a:ext cx="22193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B23"/>
                </a:solidFill>
                <a:latin typeface="Segoe UI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371850"/>
            <a:ext cx="221932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Open the feed. Events are sorted to match your department, year and interests — or search any category anytime.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4225" y="1695450"/>
            <a:ext cx="2600325" cy="3143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4725" y="1905000"/>
            <a:ext cx="2219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A93B"/>
                </a:solidFill>
                <a:latin typeface="Segoe UI"/>
              </a:rPr>
              <a:t>STEP 2</a:t>
            </a:r>
          </a:p>
        </p:txBody>
      </p:sp>
      <p:sp>
        <p:nvSpPr>
          <p:cNvPr id="14" name="Oval 13"/>
          <p:cNvSpPr/>
          <p:nvPr/>
        </p:nvSpPr>
        <p:spPr>
          <a:xfrm>
            <a:off x="3514725" y="2209800"/>
            <a:ext cx="495299" cy="495299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4725" y="2328672"/>
            <a:ext cx="495299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725" y="2895600"/>
            <a:ext cx="22193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B23"/>
                </a:solidFill>
                <a:latin typeface="Segoe UI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4725" y="3371850"/>
            <a:ext cx="221932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Tap any event to see dates, venue, who it’s for, and how to apply — all in one clean 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5050" y="1695450"/>
            <a:ext cx="2600325" cy="3143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5550" y="1905000"/>
            <a:ext cx="2219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A93B"/>
                </a:solidFill>
                <a:latin typeface="Segoe UI"/>
              </a:rPr>
              <a:t>STEP 3</a:t>
            </a:r>
          </a:p>
        </p:txBody>
      </p:sp>
      <p:sp>
        <p:nvSpPr>
          <p:cNvPr id="20" name="Oval 19"/>
          <p:cNvSpPr/>
          <p:nvPr/>
        </p:nvSpPr>
        <p:spPr>
          <a:xfrm>
            <a:off x="6305550" y="2209800"/>
            <a:ext cx="495299" cy="495299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5550" y="2328672"/>
            <a:ext cx="495299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5550" y="2895600"/>
            <a:ext cx="22193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B23"/>
                </a:solidFill>
                <a:latin typeface="Segoe UI"/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3371850"/>
            <a:ext cx="221932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Save events you like, add them to your phone calendar, and set a reminder before the deadline.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5875" y="1695450"/>
            <a:ext cx="2600325" cy="3143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96375" y="1905000"/>
            <a:ext cx="2219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A93B"/>
                </a:solidFill>
                <a:latin typeface="Segoe UI"/>
              </a:rPr>
              <a:t>STEP 4</a:t>
            </a:r>
          </a:p>
        </p:txBody>
      </p:sp>
      <p:sp>
        <p:nvSpPr>
          <p:cNvPr id="26" name="Oval 25"/>
          <p:cNvSpPr/>
          <p:nvPr/>
        </p:nvSpPr>
        <p:spPr>
          <a:xfrm>
            <a:off x="9096375" y="2209800"/>
            <a:ext cx="495299" cy="495299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96375" y="2328672"/>
            <a:ext cx="495299" cy="346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6375" y="2895600"/>
            <a:ext cx="22193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1B23"/>
                </a:solidFill>
                <a:latin typeface="Segoe UI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6375" y="3371850"/>
            <a:ext cx="221932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Open the application link in one tap, and keep everything you’ve applied to in a single place.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" y="5143500"/>
            <a:ext cx="847725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6750" y="5143500"/>
            <a:ext cx="1524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53ABD"/>
                </a:solidFill>
                <a:latin typeface="Segoe UI"/>
              </a:rPr>
              <a:t>AT A GLANCE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09800" y="5295900"/>
            <a:ext cx="2114550" cy="22860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1B1B23"/>
                </a:solidFill>
                <a:latin typeface="Segoe UI"/>
              </a:rPr>
              <a:t>Every department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9600" y="5295900"/>
            <a:ext cx="2343150" cy="22860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1B1B23"/>
                </a:solidFill>
                <a:latin typeface="Segoe UI"/>
              </a:rPr>
              <a:t>8 event categories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295900"/>
            <a:ext cx="3371850" cy="22860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1B1B23"/>
                </a:solidFill>
                <a:latin typeface="Segoe UI"/>
              </a:rPr>
              <a:t>15 interests to personalise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63050" y="5143500"/>
            <a:ext cx="234315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391650" y="5295900"/>
            <a:ext cx="1905000" cy="22860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50" b="1">
                <a:solidFill>
                  <a:srgbClr val="1B1B23"/>
                </a:solidFill>
                <a:latin typeface="Segoe UI"/>
              </a:rPr>
              <a:t>Every deadline stored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B1B23"/>
                </a:solidFill>
                <a:latin typeface="Segoe UI"/>
              </a:rPr>
              <a:t>Helpful features, built for real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7640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3900" y="184785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3900" y="2038349"/>
            <a:ext cx="3162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AI that reads posters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400300"/>
            <a:ext cx="31623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D8DAFF"/>
                </a:solidFill>
                <a:latin typeface="Segoe UI"/>
              </a:rPr>
              <a:t>Snap a photo of any campus poster. The app turns it into a clean, complete event card — no typing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8150" y="167640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8650" y="184785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8650" y="2038349"/>
            <a:ext cx="3162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A feed made for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8650" y="2400300"/>
            <a:ext cx="31623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Events are matched to your department, year and interests, so the right ones float to the top.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2900" y="167640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53399" y="184785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3399" y="2038349"/>
            <a:ext cx="3162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Search &amp;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3399" y="2400300"/>
            <a:ext cx="31623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Find anything in seconds — by category, deadline, format or who it’s open 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352425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23900" y="369570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3900" y="3886200"/>
            <a:ext cx="3162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Save &amp; apply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4248150"/>
            <a:ext cx="31623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Bookmark events you care about and jump straight to the application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8150" y="352425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38650" y="369570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8650" y="3886200"/>
            <a:ext cx="3162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Calendar &amp;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8650" y="4248150"/>
            <a:ext cx="31623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Add events to your phone calendar in one tap, with alerts before deadlines.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62900" y="3524250"/>
            <a:ext cx="3543300" cy="1714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53399" y="3695700"/>
            <a:ext cx="419100" cy="571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3399" y="3886200"/>
            <a:ext cx="3162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1B23"/>
                </a:solidFill>
                <a:latin typeface="Segoe UI"/>
              </a:rPr>
              <a:t>Easy on the eyes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3399" y="4248150"/>
            <a:ext cx="31623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A4A5C"/>
                </a:solidFill>
                <a:latin typeface="Segoe UI"/>
              </a:rPr>
              <a:t>Light and dark themes that follow your device — comfortable day or night.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352425"/>
            <a:ext cx="85725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HOW OUR DATA IS ORGANISED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66750"/>
            <a:ext cx="10972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>
                <a:solidFill>
                  <a:srgbClr val="1B1B23"/>
                </a:solidFill>
                <a:latin typeface="Segoe UI"/>
              </a:rPr>
              <a:t>The data map — the building blocks behind the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19200"/>
            <a:ext cx="10972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4A5C"/>
                </a:solidFill>
                <a:latin typeface="Segoe UI"/>
              </a:rPr>
              <a:t>Every screen rests on a few simple groups of information, connected in friendly 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7749" y="3105150"/>
            <a:ext cx="2609850" cy="17335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00150" y="3238500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81150" y="3276600"/>
            <a:ext cx="2000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23"/>
                </a:solidFill>
                <a:latin typeface="Segoe UI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600450"/>
            <a:ext cx="2305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department ·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3790949"/>
            <a:ext cx="2305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interests · 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0150" y="4000499"/>
            <a:ext cx="2209800" cy="419101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00" b="1" dirty="0">
                <a:solidFill>
                  <a:srgbClr val="4F55D6"/>
                </a:solidFill>
                <a:latin typeface="Segoe UI"/>
              </a:rPr>
              <a:t>One profile per student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20100" y="1905000"/>
            <a:ext cx="2609850" cy="6667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72500" y="2038349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53500" y="2076450"/>
            <a:ext cx="2000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23"/>
                </a:solidFill>
                <a:latin typeface="Segoe UI"/>
              </a:rPr>
              <a:t>CLUB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2400300"/>
            <a:ext cx="2305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organises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20100" y="3028950"/>
            <a:ext cx="2609850" cy="1866899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72500" y="3162300"/>
            <a:ext cx="285750" cy="2857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53500" y="3200400"/>
            <a:ext cx="2000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1B23"/>
                </a:solidFill>
                <a:latin typeface="Segoe UI"/>
              </a:rP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0" y="3524250"/>
            <a:ext cx="2305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title · dates · 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0" y="3714750"/>
            <a:ext cx="2305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deadline · who it’s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0" y="3905249"/>
            <a:ext cx="2305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how to apply · organisers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500" y="4114799"/>
            <a:ext cx="2209800" cy="333375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4F55D6"/>
                </a:solidFill>
                <a:latin typeface="Segoe UI"/>
              </a:rPr>
              <a:t>Hackathon · Workshop · Fest 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0100" y="5124450"/>
            <a:ext cx="260985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F55D6"/>
                </a:solidFill>
                <a:latin typeface="Segoe UI"/>
              </a:rPr>
              <a:t>Tags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   match events to interests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0" y="3133725"/>
            <a:ext cx="148590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81850" y="3133725"/>
            <a:ext cx="123825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600" y="3571875"/>
            <a:ext cx="148590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81850" y="3571875"/>
            <a:ext cx="123825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57600" y="4010025"/>
            <a:ext cx="148590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81850" y="4010025"/>
            <a:ext cx="123825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57600" y="4448175"/>
            <a:ext cx="148590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81850" y="4448175"/>
            <a:ext cx="1238250" cy="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0" y="3009900"/>
            <a:ext cx="2038349" cy="3714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353ABD"/>
                </a:solidFill>
                <a:latin typeface="Segoe UI"/>
              </a:rPr>
              <a:t>Bookmarks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3448050"/>
            <a:ext cx="2038349" cy="37146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50" b="1" dirty="0">
                <a:solidFill>
                  <a:srgbClr val="353ABD"/>
                </a:solidFill>
                <a:latin typeface="Segoe UI"/>
              </a:rPr>
              <a:t>Reminders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43500" y="3886200"/>
            <a:ext cx="2038349" cy="3714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50" b="1" dirty="0">
                <a:solidFill>
                  <a:srgbClr val="353ABD"/>
                </a:solidFill>
                <a:latin typeface="Segoe UI"/>
              </a:rPr>
              <a:t>Alerts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43500" y="4324350"/>
            <a:ext cx="2038349" cy="3714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F5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50" b="1" dirty="0">
                <a:solidFill>
                  <a:srgbClr val="353ABD"/>
                </a:solidFill>
                <a:latin typeface="Segoe UI"/>
              </a:rPr>
              <a:t>Applications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725025" y="2571750"/>
            <a:ext cx="0" cy="45720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725025" y="4895850"/>
            <a:ext cx="0" cy="22860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33400" y="5810250"/>
            <a:ext cx="10972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2000" y="581025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53ABD"/>
                </a:solidFill>
                <a:latin typeface="Segoe UI"/>
              </a:rPr>
              <a:t>IN PLAIN WORDS:  </a:t>
            </a:r>
            <a:r>
              <a:rPr sz="1200" b="0">
                <a:solidFill>
                  <a:srgbClr val="4A4A5C"/>
                </a:solidFill>
                <a:latin typeface="Segoe UI"/>
              </a:rPr>
              <a:t>one club can organise many events. Every event carries its dates, venue, deadline and rules. Students connect to events by saving, asking for reminders, getting alerts and applying.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191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352425"/>
            <a:ext cx="85725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THE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66750"/>
            <a:ext cx="10972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>
                <a:solidFill>
                  <a:srgbClr val="1B1B23"/>
                </a:solidFill>
                <a:latin typeface="Segoe UI"/>
              </a:rPr>
              <a:t>Simple tools, working quietly behind the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1676400"/>
            <a:ext cx="2400300" cy="1238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2950" y="1809750"/>
            <a:ext cx="323850" cy="3238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2050" y="1828800"/>
            <a:ext cx="1714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B1B23"/>
                </a:solidFill>
                <a:latin typeface="Segoe UI"/>
              </a:rPr>
              <a:t>Holds all data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209800"/>
            <a:ext cx="2133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4A5C"/>
                </a:solidFill>
                <a:latin typeface="Segoe UI"/>
              </a:rPr>
              <a:t>Students, events, saves and reminders live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" y="2590800"/>
            <a:ext cx="1123950" cy="30480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00" b="1" dirty="0" err="1">
                <a:solidFill>
                  <a:srgbClr val="FFFFFF"/>
                </a:solidFill>
                <a:latin typeface="Segoe UI"/>
              </a:rPr>
              <a:t>Supabase</a:t>
            </a:r>
            <a:endParaRPr sz="9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9600" y="3619500"/>
            <a:ext cx="2400300" cy="1238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2950" y="3752850"/>
            <a:ext cx="323850" cy="3238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2050" y="3771900"/>
            <a:ext cx="1714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B1B23"/>
                </a:solidFill>
                <a:latin typeface="Segoe UI"/>
              </a:rPr>
              <a:t>Sign-in &amp;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152900"/>
            <a:ext cx="2133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4A5C"/>
                </a:solidFill>
                <a:latin typeface="Segoe UI"/>
              </a:rPr>
              <a:t>College email or Google login, plus push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950" y="45529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Firebase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2100" y="1676400"/>
            <a:ext cx="2400300" cy="1238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15450" y="1809750"/>
            <a:ext cx="323850" cy="3238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4550" y="1828800"/>
            <a:ext cx="1714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B1B23"/>
                </a:solidFill>
                <a:latin typeface="Segoe UI"/>
              </a:rPr>
              <a:t>Keeps posters in the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5450" y="2209800"/>
            <a:ext cx="2133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4A5C"/>
                </a:solidFill>
                <a:latin typeface="Segoe UI"/>
              </a:rPr>
              <a:t>Poster images and app updates, delivered worldwide.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15450" y="2609849"/>
            <a:ext cx="1352550" cy="314325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Cloudflare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2100" y="3619500"/>
            <a:ext cx="2400300" cy="1238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15450" y="3752850"/>
            <a:ext cx="323850" cy="323850"/>
          </a:xfrm>
          <a:prstGeom prst="roundRect">
            <a:avLst>
              <a:gd name="adj" fmla="val 24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34550" y="3771900"/>
            <a:ext cx="1714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B1B23"/>
                </a:solidFill>
                <a:latin typeface="Segoe UI"/>
              </a:rPr>
              <a:t>Builds the app for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5450" y="4152900"/>
            <a:ext cx="2133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4A4A5C"/>
                </a:solidFill>
                <a:latin typeface="Segoe UI"/>
              </a:rPr>
              <a:t>Every new version is compiled and signed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5450" y="4552949"/>
            <a:ext cx="1809750" cy="295275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GitHub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3500" y="1638300"/>
            <a:ext cx="1905000" cy="2952750"/>
          </a:xfrm>
          <a:prstGeom prst="roundRect">
            <a:avLst>
              <a:gd name="adj" fmla="val 12000"/>
            </a:avLst>
          </a:prstGeom>
          <a:solidFill>
            <a:srgbClr val="13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143500" y="1638300"/>
            <a:ext cx="1905000" cy="95250"/>
          </a:xfrm>
          <a:prstGeom prst="roundRect">
            <a:avLst>
              <a:gd name="adj" fmla="val 50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391150" y="1905000"/>
            <a:ext cx="400050" cy="400050"/>
          </a:xfrm>
          <a:prstGeom prst="roundRect">
            <a:avLst>
              <a:gd name="adj" fmla="val 24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67400" y="1981199"/>
            <a:ext cx="10477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CampusSignal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4000" y="2438400"/>
            <a:ext cx="1524000" cy="476250"/>
          </a:xfrm>
          <a:prstGeom prst="roundRect">
            <a:avLst>
              <a:gd name="adj" fmla="val 16000"/>
            </a:avLst>
          </a:prstGeom>
          <a:solidFill>
            <a:srgbClr val="4F5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73152" rtlCol="0" anchor="t"/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Hackathon · CSE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B9BCE8"/>
                </a:solidFill>
                <a:latin typeface="Segoe UI"/>
              </a:rPr>
              <a:t>Deadline in 3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4000" y="3028950"/>
            <a:ext cx="1524000" cy="476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73152" rtlCol="0" anchor="t"/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Design Workshop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B9BCE8"/>
                </a:solidFill>
                <a:latin typeface="Segoe UI"/>
              </a:rPr>
              <a:t>Tomorrow · Room 204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34000" y="3619500"/>
            <a:ext cx="1524000" cy="476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73152" rtlCol="0" anchor="t"/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FFFFFF"/>
                </a:solidFill>
                <a:latin typeface="Segoe UI"/>
              </a:rPr>
              <a:t>Internship Drive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B9BCE8"/>
                </a:solidFill>
                <a:latin typeface="Segoe UI"/>
              </a:rPr>
              <a:t>Apply by Friday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1150" y="434340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A3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3009900" y="2305050"/>
            <a:ext cx="2095500" cy="24765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009900" y="4076699"/>
            <a:ext cx="2095500" cy="190501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086600" y="2305050"/>
            <a:ext cx="2095500" cy="247650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7086600" y="4076699"/>
            <a:ext cx="2095500" cy="190501"/>
          </a:xfrm>
          <a:prstGeom prst="line">
            <a:avLst/>
          </a:prstGeom>
          <a:ln w="22225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33400" y="5676900"/>
            <a:ext cx="10972800" cy="5143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2000" y="5676900"/>
            <a:ext cx="1428750" cy="514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53ABD"/>
                </a:solidFill>
                <a:latin typeface="Segoe UI"/>
              </a:rPr>
              <a:t>THE APP ITSELF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0750" y="5772150"/>
            <a:ext cx="1114425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353ABD"/>
                </a:solidFill>
                <a:latin typeface="Segoe UI"/>
              </a:rPr>
              <a:t>Flutter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9475" y="5772150"/>
            <a:ext cx="1362075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353ABD"/>
                </a:solidFill>
                <a:latin typeface="Segoe UI"/>
              </a:rPr>
              <a:t>Gemini AI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5850" y="57721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353ABD"/>
                </a:solidFill>
                <a:latin typeface="Segoe UI"/>
              </a:rPr>
              <a:t>Supabase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8400" y="57721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353ABD"/>
                </a:solidFill>
                <a:latin typeface="Segoe UI"/>
              </a:rPr>
              <a:t>Cloudflare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8600" y="57721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353ABD"/>
                </a:solidFill>
                <a:latin typeface="Segoe UI"/>
              </a:rPr>
              <a:t>Firebase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01150" y="5772150"/>
            <a:ext cx="990599" cy="323850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353ABD"/>
                </a:solidFill>
                <a:latin typeface="Segoe UI"/>
              </a:rPr>
              <a:t>GitHub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63188" y="5414963"/>
            <a:ext cx="1200150" cy="1000125"/>
          </a:xfrm>
          <a:prstGeom prst="roundRect">
            <a:avLst>
              <a:gd name="adj" fmla="val 50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000" b="1" dirty="0">
                <a:solidFill>
                  <a:srgbClr val="CE8A1F"/>
                </a:solidFill>
                <a:latin typeface="Segoe UI"/>
              </a:rPr>
              <a:t>One codebase · Android &amp; iOS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OUR DESIGN THINKING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B1B23"/>
                </a:solidFill>
                <a:latin typeface="Segoe UI"/>
              </a:rPr>
              <a:t>From listening to students, to a working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965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866899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01 · EMPATHISE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8662"/>
            <a:ext cx="400050" cy="280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86050"/>
            <a:ext cx="1600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Listen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71800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We spoke with students and watched how campus events are shared — and how easily they get missed.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Student conversations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05125" y="3333750"/>
            <a:ext cx="152400" cy="0"/>
          </a:xfrm>
          <a:prstGeom prst="line">
            <a:avLst/>
          </a:prstGeom>
          <a:ln w="25400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8610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9450" y="1866899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02 · DEFINE</a:t>
            </a:r>
          </a:p>
        </p:txBody>
      </p:sp>
      <p:sp>
        <p:nvSpPr>
          <p:cNvPr id="16" name="Oval 15"/>
          <p:cNvSpPr/>
          <p:nvPr/>
        </p:nvSpPr>
        <p:spPr>
          <a:xfrm>
            <a:off x="321945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19450" y="2248662"/>
            <a:ext cx="400050" cy="280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9450" y="2686050"/>
            <a:ext cx="1600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9450" y="2971800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We framed one clear problem: scattered event information makes students miss real opportunities.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1945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One problem statement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81575" y="3333750"/>
            <a:ext cx="152400" cy="0"/>
          </a:xfrm>
          <a:prstGeom prst="line">
            <a:avLst/>
          </a:prstGeom>
          <a:ln w="25400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6255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95900" y="1866899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03 · IDEATE</a:t>
            </a:r>
          </a:p>
        </p:txBody>
      </p:sp>
      <p:sp>
        <p:nvSpPr>
          <p:cNvPr id="24" name="Oval 23"/>
          <p:cNvSpPr/>
          <p:nvPr/>
        </p:nvSpPr>
        <p:spPr>
          <a:xfrm>
            <a:off x="529590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95900" y="2248662"/>
            <a:ext cx="400050" cy="280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5900" y="2686050"/>
            <a:ext cx="1600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Imagine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95900" y="2971800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We brainstormed many ideas and chose the strongest: a personal, easy-to-read campus event feed.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9590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Idea shortlist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58025" y="3333750"/>
            <a:ext cx="152400" cy="0"/>
          </a:xfrm>
          <a:prstGeom prst="line">
            <a:avLst/>
          </a:prstGeom>
          <a:ln w="25400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3900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72350" y="1866899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04 · PROTOTYPE</a:t>
            </a:r>
          </a:p>
        </p:txBody>
      </p:sp>
      <p:sp>
        <p:nvSpPr>
          <p:cNvPr id="32" name="Oval 31"/>
          <p:cNvSpPr/>
          <p:nvPr/>
        </p:nvSpPr>
        <p:spPr>
          <a:xfrm>
            <a:off x="737235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72350" y="2248662"/>
            <a:ext cx="400050" cy="280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2350" y="2686050"/>
            <a:ext cx="1600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2350" y="2971800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We designed every screen on paper, then built a real working version of the app.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7235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Designs &amp; working app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34475" y="3333750"/>
            <a:ext cx="152400" cy="0"/>
          </a:xfrm>
          <a:prstGeom prst="line">
            <a:avLst/>
          </a:prstGeom>
          <a:ln w="25400">
            <a:solidFill>
              <a:srgbClr val="6E74E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315450" y="1695450"/>
            <a:ext cx="1866899" cy="32956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48800" y="1866899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2A93B"/>
                </a:solidFill>
                <a:latin typeface="Segoe UI"/>
              </a:rPr>
              <a:t>05 · TEST</a:t>
            </a:r>
          </a:p>
        </p:txBody>
      </p:sp>
      <p:sp>
        <p:nvSpPr>
          <p:cNvPr id="40" name="Oval 39"/>
          <p:cNvSpPr/>
          <p:nvPr/>
        </p:nvSpPr>
        <p:spPr>
          <a:xfrm>
            <a:off x="9448800" y="2152650"/>
            <a:ext cx="400050" cy="400050"/>
          </a:xfrm>
          <a:prstGeom prst="ellipse">
            <a:avLst/>
          </a:prstGeom>
          <a:solidFill>
            <a:srgbClr val="353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48800" y="2248662"/>
            <a:ext cx="400050" cy="280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8800" y="2686050"/>
            <a:ext cx="1600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Refine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48800" y="2971800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4A5C"/>
                </a:solidFill>
                <a:latin typeface="Segoe UI"/>
              </a:rPr>
              <a:t>Students tried the app, gave honest feedback, and we improved the design around their habits.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48800" y="4267200"/>
            <a:ext cx="1600200" cy="590550"/>
          </a:xfrm>
          <a:prstGeom prst="roundRect">
            <a:avLst>
              <a:gd name="adj" fmla="val 12000"/>
            </a:avLst>
          </a:prstGeom>
          <a:solidFill>
            <a:srgbClr val="E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4F55D6"/>
                </a:solidFill>
                <a:latin typeface="Segoe UI"/>
              </a:rPr>
              <a:t>WHAT WE PRODUCED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Feedback &amp; fixes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3400" y="5524500"/>
            <a:ext cx="10972800" cy="495299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6E7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3400" y="5524500"/>
            <a:ext cx="10972800" cy="4952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353ABD"/>
                </a:solidFill>
                <a:latin typeface="Segoe UI"/>
              </a:rPr>
              <a:t>Every stage started with students — and ended with a change they could feel.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7200"/>
            <a:ext cx="323850" cy="28575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390525"/>
            <a:ext cx="8572500" cy="247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F55D6"/>
                </a:solidFill>
                <a:latin typeface="Segoe U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04850"/>
            <a:ext cx="109728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B1B23"/>
                </a:solidFill>
                <a:latin typeface="Segoe UI"/>
              </a:rPr>
              <a:t>A real, working app — with room to grow.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1600200"/>
            <a:ext cx="5353050" cy="34861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2950" y="1790700"/>
            <a:ext cx="342900" cy="3429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8250" y="1847850"/>
            <a:ext cx="44005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Working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950" y="2266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6800" y="224790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Sign in with college email or Google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950" y="2628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260985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Personalised event feed with filters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950" y="2990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6800" y="297180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AI turns posters into event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950" y="3352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6800" y="333375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Search, save, share and apply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2950" y="3714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800" y="369570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Calendar sync and deadline reminders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2950" y="40766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6800" y="405765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Light &amp; dark themes, clear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" y="4438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6800" y="441960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Updates delivered inside the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150" y="1600200"/>
            <a:ext cx="5353050" cy="34861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62700" y="1790700"/>
            <a:ext cx="342900" cy="342900"/>
          </a:xfrm>
          <a:prstGeom prst="roundRect">
            <a:avLst>
              <a:gd name="adj" fmla="val 24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1847850"/>
            <a:ext cx="44005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1B23"/>
                </a:solidFill>
                <a:latin typeface="Segoe UI"/>
              </a:rPr>
              <a:t>Next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700" y="22669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6550" y="224790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Broadcast alerts to every student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62700" y="2628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86550" y="260985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Admin tools for clubs and departments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62700" y="2990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86550" y="297180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Full iOS release and tablet layouts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2700" y="3352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CE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86550" y="3333750"/>
            <a:ext cx="4686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B23"/>
                </a:solidFill>
                <a:latin typeface="Segoe UI"/>
              </a:rPr>
              <a:t>More student feedback rounds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400" y="5372100"/>
            <a:ext cx="10972800" cy="495299"/>
          </a:xfrm>
          <a:prstGeom prst="roundRect">
            <a:avLst>
              <a:gd name="adj" fmla="val 16000"/>
            </a:avLst>
          </a:prstGeom>
          <a:noFill/>
          <a:ln w="15875">
            <a:solidFill>
              <a:srgbClr val="6E7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3400" y="5372100"/>
            <a:ext cx="10972800" cy="4952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353ABD"/>
                </a:solidFill>
                <a:latin typeface="Segoe UI"/>
              </a:rPr>
              <a:t>We tested the real app on Android phones. </a:t>
            </a:r>
            <a:r>
              <a:rPr sz="1300" b="0">
                <a:solidFill>
                  <a:srgbClr val="4A4A5C"/>
                </a:solidFill>
                <a:latin typeface="Segoe UI"/>
              </a:rPr>
              <a:t>Every feature on the left is live today — not a mock-up.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645795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353ABD"/>
                </a:solidFill>
                <a:latin typeface="Segoe UI"/>
              </a:rPr>
              <a:t>CAMPUSSIGNAL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2250" y="645795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A4A5C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p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609600"/>
            <a:ext cx="952500" cy="95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695450"/>
            <a:ext cx="12192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Segoe UI"/>
              </a:rPr>
              <a:t>Let the right opportunities find </a:t>
            </a:r>
            <a:r>
              <a:rPr sz="4200" b="1">
                <a:solidFill>
                  <a:srgbClr val="F2A93B"/>
                </a:solidFill>
                <a:latin typeface="Segoe UI"/>
              </a:rPr>
              <a:t>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62200"/>
            <a:ext cx="12192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>
                <a:solidFill>
                  <a:srgbClr val="D8DAFF"/>
                </a:solidFill>
                <a:latin typeface="Segoe UI"/>
              </a:rPr>
              <a:t>“Signal, not noise.”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1575" y="3028950"/>
            <a:ext cx="3143250" cy="1619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62075" y="323850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2075" y="3486150"/>
            <a:ext cx="276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One trusted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075" y="3886200"/>
            <a:ext cx="2762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B9BCE8"/>
                </a:solidFill>
                <a:latin typeface="Segoe UI"/>
              </a:rPr>
              <a:t>Every campus opportunity — hackathon to internship — in a single, calm feed.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4375" y="3028950"/>
            <a:ext cx="3143250" cy="1619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14875" y="323850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4875" y="3486150"/>
            <a:ext cx="276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No deadline missed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4875" y="3886200"/>
            <a:ext cx="2762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B9BCE8"/>
                </a:solidFill>
                <a:latin typeface="Segoe UI"/>
              </a:rPr>
              <a:t>Students spend less time hunting and more time showing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7175" y="3028950"/>
            <a:ext cx="3143250" cy="161925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67674" y="3238500"/>
            <a:ext cx="438150" cy="571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7674" y="3486150"/>
            <a:ext cx="276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Designed with 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7674" y="3886200"/>
            <a:ext cx="2762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B9BCE8"/>
                </a:solidFill>
                <a:latin typeface="Segoe UI"/>
              </a:rPr>
              <a:t>Built through listening, prototyping and honest feedback — the design-thinking 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43100" y="5105400"/>
            <a:ext cx="1066800" cy="6477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100" b="1" dirty="0">
                <a:solidFill>
                  <a:srgbClr val="D8DAFF"/>
                </a:solidFill>
                <a:latin typeface="Segoe UI"/>
              </a:rPr>
              <a:t>THANK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62300" y="5105399"/>
            <a:ext cx="4114800" cy="561975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100" b="1" dirty="0">
                <a:solidFill>
                  <a:srgbClr val="D8DAFF"/>
                </a:solidFill>
                <a:latin typeface="Segoe UI"/>
              </a:rPr>
              <a:t>GROUP 4 · ELECTRONICS &amp; COMMUNICATION ENGINEERING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0" y="5105400"/>
            <a:ext cx="2819400" cy="56197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09728" bIns="73152" rtlCol="0" anchor="t"/>
          <a:lstStyle/>
          <a:p>
            <a:pPr algn="ctr">
              <a:lnSpc>
                <a:spcPct val="112000"/>
              </a:lnSpc>
            </a:pPr>
            <a:r>
              <a:rPr sz="1100" b="1" dirty="0">
                <a:solidFill>
                  <a:srgbClr val="D8DAFF"/>
                </a:solidFill>
                <a:latin typeface="Segoe UI"/>
              </a:rPr>
              <a:t>ST. XAVIER’S UNIVERSITY, KOLKATA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86500"/>
            <a:ext cx="12192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A4FA0"/>
                </a:solidFill>
                <a:latin typeface="Segoe UI"/>
              </a:rPr>
              <a:t>● ● ● ● ● ● ● ● ● 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1219</Words>
  <Application>Microsoft Office PowerPoint</Application>
  <PresentationFormat>Widescreen</PresentationFormat>
  <Paragraphs>214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Shreyas Sengupta</cp:lastModifiedBy>
  <cp:revision>2</cp:revision>
  <dcterms:created xsi:type="dcterms:W3CDTF">2013-01-27T09:14:16Z</dcterms:created>
  <dcterms:modified xsi:type="dcterms:W3CDTF">2026-09-06T08:25:57Z</dcterms:modified>
  <cp:category/>
</cp:coreProperties>
</file>